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4E72D4A-A4EE-4AAB-9D69-D715BB86DE2B}">
          <p14:sldIdLst>
            <p14:sldId id="256"/>
            <p14:sldId id="257"/>
            <p14:sldId id="258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CBF73-D0A8-46C3-9873-1FA38ABB5485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D9EDA4-09C0-4153-B2AE-BCF1D179F2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516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89F6-99AB-AC5A-54C7-4FE23BA5A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332A10-4830-7BA4-A6A8-DAB6EF8B25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CA993-9661-320C-FD22-17E57DBD3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9438-B5FA-40E5-A049-A4D1603A5F1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B5EBB-AE93-A1A6-D2C0-F9F201CD8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B4122-846A-D57B-59FA-C4B7977B6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F944-3308-43D4-915D-FC04C7B66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189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FD4A0-7148-434E-D8CA-317D24962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F1EFF-EC12-485D-90B8-3DF9C9F5A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B9BB3-8D4B-F9C0-8154-27450C23B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9438-B5FA-40E5-A049-A4D1603A5F1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61FB0-8E57-6A66-4D3D-13FAB0A02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D905F-B779-571D-C37A-2A4AA8AFA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F944-3308-43D4-915D-FC04C7B66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244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EDF9D-8BF9-8AC2-6583-952BA5254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4767A-11C1-913D-EA94-0C3FDF006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6A27E-3B90-30C3-AF4D-4106EB30B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9438-B5FA-40E5-A049-A4D1603A5F1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4E446-BD34-FE67-602B-F81E99C6D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EAD74-1F7A-E3F2-137F-7D9A8E0D5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F944-3308-43D4-915D-FC04C7B66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2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F6044-ADB8-CB28-FDFD-9D3F18776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0EE5E-59EF-C103-1C2D-47AA4B2F09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D12B5-BBBC-FD50-8F8F-BB5FA41B4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AE426-B2C3-6A5A-F96A-270FB131E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9438-B5FA-40E5-A049-A4D1603A5F1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7B802-77FB-8313-6807-E3BDE9D61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00DA3-9E0E-C0DF-C0F0-B5F61E0C6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F944-3308-43D4-915D-FC04C7B66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858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9CCE6-7C10-B257-1C87-A1BDDD875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40FC4-A930-3792-B5E3-9B1291BB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BE3D9-83D2-DE35-994F-D62F52A50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B085D-23CE-3812-672B-9559356023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2C14C0-E180-5A0B-86E3-2B354B8D6C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26D1F4-B86D-62B6-80B8-D4883D526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9438-B5FA-40E5-A049-A4D1603A5F1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8AD3AD-1E4F-2524-955D-EF708C7B0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657FE7-97A7-A443-90B7-8C1C285B6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F944-3308-43D4-915D-FC04C7B66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54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899A8-6544-5D08-05E6-1BE43E922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D038F5-1DB9-8788-0E62-3C2B9174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9438-B5FA-40E5-A049-A4D1603A5F1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D8A7B1-4628-A831-EA42-1281F38DC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996A11-52EF-E723-BFF2-417C509AE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F944-3308-43D4-915D-FC04C7B66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52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8ADD23-6D26-1F63-94DF-A7FE5C669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9438-B5FA-40E5-A049-A4D1603A5F1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0F5852-5C95-AC54-282B-991043BC7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F29F8-3143-EE61-E954-BBE090C36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F944-3308-43D4-915D-FC04C7B66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8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1B70B-8C1D-F356-E0F1-C4F441C6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502B3-DF75-2FB8-634F-3644C81A2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C2B0D-49FA-E37A-1470-914B4A9837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05779-5004-33A8-DC7D-A9ABC3F76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9438-B5FA-40E5-A049-A4D1603A5F1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CD946-60A6-91ED-12FC-905330BE0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D16F9-F097-F3FE-351A-4C0A7B373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F944-3308-43D4-915D-FC04C7B66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15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90E8F-6C20-B1F7-9C6D-A18ACEE93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CAF8A4-6F6B-F41F-3F72-75D67A8F0E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DD53F2-19C9-DECE-F2DF-165B8EAFE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B6941-9E13-9FBA-4E6B-8143B8100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9438-B5FA-40E5-A049-A4D1603A5F1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82F2E-F178-120A-5C47-BCFFB1324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7F1AA-47B3-B38E-BC15-A95AE1F66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F944-3308-43D4-915D-FC04C7B66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5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9E188-FE57-616B-5A75-32ADFA139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705A56-BB1E-9366-B4A9-A2E681150A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490B4-DB11-7017-0F84-6F42B719F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9438-B5FA-40E5-A049-A4D1603A5F1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7F49A-E091-B647-8FB6-6249BB947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D3261-9E41-AA4B-0CD6-1CE387651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F944-3308-43D4-915D-FC04C7B66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782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B9E0D6-69E0-B929-1BDF-34F8D53B82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53FF1-8AA5-F3F0-82E4-4C877789CA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71F5E-9D30-6EF7-8D4E-5200878D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69438-B5FA-40E5-A049-A4D1603A5F1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9B88E-B229-6EED-F361-0A1A1B702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15DEE-ADAF-28B4-CAE5-209CB9555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F944-3308-43D4-915D-FC04C7B66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87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1010B2-4CB3-C204-7996-78093DB6E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C0F40-DE17-7312-0C33-BFDE694EA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3E8A2-A055-524C-A462-A5FE18C5AB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69438-B5FA-40E5-A049-A4D1603A5F12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20D1C-53F6-ED44-56EA-23B160DA32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3B1C4-E1F8-ED3B-ECCE-E6BCCDCD3A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BF944-3308-43D4-915D-FC04C7B66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07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84;p1">
            <a:extLst>
              <a:ext uri="{FF2B5EF4-FFF2-40B4-BE49-F238E27FC236}">
                <a16:creationId xmlns:a16="http://schemas.microsoft.com/office/drawing/2014/main" id="{3E8CFFDD-3F23-12C5-A8B1-E86C3318715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94017" y="205970"/>
            <a:ext cx="9144000" cy="960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5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Kadi Sarva Vishwavidyalaya</a:t>
            </a:r>
            <a:endParaRPr dirty="0"/>
          </a:p>
        </p:txBody>
      </p:sp>
      <p:sp>
        <p:nvSpPr>
          <p:cNvPr id="15" name="Google Shape;85;p1">
            <a:extLst>
              <a:ext uri="{FF2B5EF4-FFF2-40B4-BE49-F238E27FC236}">
                <a16:creationId xmlns:a16="http://schemas.microsoft.com/office/drawing/2014/main" id="{EA99FAE7-48AC-2CE3-03B4-DF1177B1BF6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11442" y="1436627"/>
            <a:ext cx="9486899" cy="947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lnSpc>
                <a:spcPct val="80000"/>
              </a:lnSpc>
              <a:spcBef>
                <a:spcPts val="0"/>
              </a:spcBef>
              <a:buSzPts val="3600"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N.P. College Of Computer Studies and Management,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Kadi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marL="0" lvl="0" indent="0">
              <a:lnSpc>
                <a:spcPct val="80000"/>
              </a:lnSpc>
              <a:spcBef>
                <a:spcPts val="0"/>
              </a:spcBef>
              <a:buSzPts val="3600"/>
            </a:pP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marL="0" lvl="0" indent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sz="2800" b="0" i="0" u="none" dirty="0">
              <a:solidFill>
                <a:schemeClr val="dk1"/>
              </a:solidFill>
              <a:latin typeface="Times New Roman" pitchFamily="18" charset="0"/>
              <a:ea typeface="Times New Roman"/>
              <a:cs typeface="Times New Roman" pitchFamily="18" charset="0"/>
              <a:sym typeface="Times New Roman"/>
            </a:endParaRPr>
          </a:p>
        </p:txBody>
      </p:sp>
      <p:sp>
        <p:nvSpPr>
          <p:cNvPr id="16" name="Google Shape;86;p1">
            <a:extLst>
              <a:ext uri="{FF2B5EF4-FFF2-40B4-BE49-F238E27FC236}">
                <a16:creationId xmlns:a16="http://schemas.microsoft.com/office/drawing/2014/main" id="{7643E186-E57B-A8A0-9D25-E84D4414CBEB}"/>
              </a:ext>
            </a:extLst>
          </p:cNvPr>
          <p:cNvSpPr txBox="1"/>
          <p:nvPr/>
        </p:nvSpPr>
        <p:spPr>
          <a:xfrm>
            <a:off x="1542741" y="2734668"/>
            <a:ext cx="9045575" cy="155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BCA SEMESTER – IV</a:t>
            </a:r>
            <a:endParaRPr sz="2400" dirty="0"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 Name : Project Work - IV</a:t>
            </a:r>
            <a:endParaRPr sz="2400" dirty="0"/>
          </a:p>
          <a:p>
            <a:pPr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Subject Code :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SEC204-2C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SUBJECT TYPE - SEC</a:t>
            </a:r>
            <a:endParaRPr lang="en-US" sz="2400" dirty="0"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lang="en-US" sz="2400" b="1" dirty="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sz="3200" b="1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Application Development</a:t>
            </a:r>
            <a:endParaRPr sz="3200" dirty="0">
              <a:highlight>
                <a:schemeClr val="lt1"/>
              </a:highlight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endParaRPr sz="31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" name="Google Shape;87;p1" descr="Kadi Sarva Vishwavidyalaya | Kar bhala Hoga Bhala">
            <a:extLst>
              <a:ext uri="{FF2B5EF4-FFF2-40B4-BE49-F238E27FC236}">
                <a16:creationId xmlns:a16="http://schemas.microsoft.com/office/drawing/2014/main" id="{D64DB6E4-A346-B674-FD67-D00E4521AA9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704" y="65254"/>
            <a:ext cx="1527175" cy="156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88;p1">
            <a:extLst>
              <a:ext uri="{FF2B5EF4-FFF2-40B4-BE49-F238E27FC236}">
                <a16:creationId xmlns:a16="http://schemas.microsoft.com/office/drawing/2014/main" id="{00D77E86-EBFB-44FD-98C8-8BA4B16D894A}"/>
              </a:ext>
            </a:extLst>
          </p:cNvPr>
          <p:cNvSpPr txBox="1"/>
          <p:nvPr/>
        </p:nvSpPr>
        <p:spPr>
          <a:xfrm>
            <a:off x="454942" y="5475521"/>
            <a:ext cx="11314200" cy="11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900" b="0" i="0" u="none" strike="noStrike" cap="none" dirty="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5294"/>
              <a:buFont typeface="Arial"/>
              <a:buNone/>
            </a:pPr>
            <a:r>
              <a:rPr lang="en-US" sz="65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Group No :</a:t>
            </a:r>
            <a:r>
              <a:rPr lang="en-US" sz="6500" dirty="0">
                <a:solidFill>
                  <a:schemeClr val="dk1"/>
                </a:solidFill>
                <a:highlight>
                  <a:schemeClr val="lt1"/>
                </a:highlight>
                <a:latin typeface="Times New Roman" pitchFamily="18" charset="0"/>
                <a:ea typeface="Times New Roman"/>
                <a:cs typeface="Times New Roman" pitchFamily="18" charset="0"/>
                <a:sym typeface="Times New Roman"/>
              </a:rPr>
              <a:t> PW-IV_C14</a:t>
            </a:r>
            <a:endParaRPr sz="6500" dirty="0">
              <a:highlight>
                <a:schemeClr val="lt1"/>
              </a:highlight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" name="Picture 2" descr="C:\Users\AMITA\Downloads\1 (1).png">
            <a:extLst>
              <a:ext uri="{FF2B5EF4-FFF2-40B4-BE49-F238E27FC236}">
                <a16:creationId xmlns:a16="http://schemas.microsoft.com/office/drawing/2014/main" id="{2805EAA8-9CE4-A7EA-85E2-B297B4DCF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88316" y="153249"/>
            <a:ext cx="1456439" cy="156776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6429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4;p2" descr="Kadi Sarva Vishwavidyalaya | Kar bhala Hoga Bhala">
            <a:extLst>
              <a:ext uri="{FF2B5EF4-FFF2-40B4-BE49-F238E27FC236}">
                <a16:creationId xmlns:a16="http://schemas.microsoft.com/office/drawing/2014/main" id="{8572A42D-96B3-EA9A-D487-CF00E956AD8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1287" y="77787"/>
            <a:ext cx="1527175" cy="15684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5;p2">
            <a:extLst>
              <a:ext uri="{FF2B5EF4-FFF2-40B4-BE49-F238E27FC236}">
                <a16:creationId xmlns:a16="http://schemas.microsoft.com/office/drawing/2014/main" id="{A04CF759-7AC3-F9A8-2159-C99C312F2763}"/>
              </a:ext>
            </a:extLst>
          </p:cNvPr>
          <p:cNvSpPr txBox="1"/>
          <p:nvPr/>
        </p:nvSpPr>
        <p:spPr>
          <a:xfrm>
            <a:off x="3902075" y="349250"/>
            <a:ext cx="4754562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of Contents </a:t>
            </a:r>
            <a:endParaRPr dirty="0"/>
          </a:p>
        </p:txBody>
      </p:sp>
      <p:pic>
        <p:nvPicPr>
          <p:cNvPr id="8" name="Picture 2" descr="C:\Users\AMITA\Downloads\1 (1).png">
            <a:extLst>
              <a:ext uri="{FF2B5EF4-FFF2-40B4-BE49-F238E27FC236}">
                <a16:creationId xmlns:a16="http://schemas.microsoft.com/office/drawing/2014/main" id="{3DE71AD9-3225-AC8B-E9C0-F13431F1B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40093" y="169865"/>
            <a:ext cx="1480456" cy="1479386"/>
          </a:xfrm>
          <a:prstGeom prst="rect">
            <a:avLst/>
          </a:prstGeom>
          <a:noFill/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8A8DF6E-D615-65EF-B095-0FD07FB1D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589777"/>
              </p:ext>
            </p:extLst>
          </p:nvPr>
        </p:nvGraphicFramePr>
        <p:xfrm>
          <a:off x="2679192" y="1117600"/>
          <a:ext cx="6205482" cy="502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505">
                  <a:extLst>
                    <a:ext uri="{9D8B030D-6E8A-4147-A177-3AD203B41FA5}">
                      <a16:colId xmlns:a16="http://schemas.microsoft.com/office/drawing/2014/main" val="563400373"/>
                    </a:ext>
                  </a:extLst>
                </a:gridCol>
                <a:gridCol w="1054977">
                  <a:extLst>
                    <a:ext uri="{9D8B030D-6E8A-4147-A177-3AD203B41FA5}">
                      <a16:colId xmlns:a16="http://schemas.microsoft.com/office/drawing/2014/main" val="32408450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dirty="0">
                          <a:solidFill>
                            <a:srgbClr val="FFFFFF"/>
                          </a:solidFill>
                          <a:latin typeface="+mn-lt"/>
                          <a:ea typeface="Calibri"/>
                          <a:cs typeface="Calibri"/>
                          <a:sym typeface="Calibri"/>
                        </a:rPr>
                        <a:t>Specification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Slide No.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3481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Group Details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332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Project Title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763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1 :  1.1. Pr</a:t>
                      </a: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ogram</a:t>
                      </a:r>
                      <a:r>
                        <a:rPr lang="en-US" sz="18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Definition / Code / Diagram</a:t>
                      </a:r>
                      <a:endParaRPr lang="en-US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5,6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821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1.2. Output / Explanation</a:t>
                      </a:r>
                      <a:endParaRPr lang="en-US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145140"/>
                  </a:ext>
                </a:extLst>
              </a:tr>
              <a:tr h="54142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2 :  2.1. Pr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ogram</a:t>
                      </a:r>
                      <a:r>
                        <a:rPr lang="en-US" sz="1800" b="1" i="0" u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Definition / Code / Diagram</a:t>
                      </a:r>
                      <a:endParaRPr lang="en-US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235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2.2. Output / Explanation</a:t>
                      </a:r>
                      <a:endParaRPr lang="en-US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0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3 :  3.1. Pr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ogram</a:t>
                      </a:r>
                      <a:r>
                        <a:rPr lang="en-US" sz="1800" b="1" i="0" u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Definition / Code / Diagram</a:t>
                      </a:r>
                      <a:endParaRPr lang="en-US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777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3.2. Output / Explanation</a:t>
                      </a:r>
                      <a:endParaRPr lang="en-US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283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4 :  4.1. Pr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ogram</a:t>
                      </a:r>
                      <a:r>
                        <a:rPr lang="en-US" sz="1800" b="1" i="0" u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Definition / Code / Diagram</a:t>
                      </a:r>
                      <a:endParaRPr lang="en-US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671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4.2. Output / Explanation</a:t>
                      </a:r>
                      <a:endParaRPr lang="en-US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235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5 :  5.1. Pr</a:t>
                      </a: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ogram</a:t>
                      </a:r>
                      <a:r>
                        <a:rPr lang="en-US" sz="1800" b="1" i="0" u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Definition / Code / Diagram</a:t>
                      </a:r>
                      <a:endParaRPr lang="en-US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281281"/>
                  </a:ext>
                </a:extLst>
              </a:tr>
              <a:tr h="406507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5.2. Output / Explanation</a:t>
                      </a:r>
                      <a:endParaRPr lang="en-US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lang="en-US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063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5839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4;p3">
            <a:extLst>
              <a:ext uri="{FF2B5EF4-FFF2-40B4-BE49-F238E27FC236}">
                <a16:creationId xmlns:a16="http://schemas.microsoft.com/office/drawing/2014/main" id="{F1BCA7BE-5D80-495C-0C47-12DA25851224}"/>
              </a:ext>
            </a:extLst>
          </p:cNvPr>
          <p:cNvSpPr txBox="1"/>
          <p:nvPr/>
        </p:nvSpPr>
        <p:spPr>
          <a:xfrm>
            <a:off x="4692650" y="282801"/>
            <a:ext cx="2501900" cy="83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Details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105;p3">
            <a:extLst>
              <a:ext uri="{FF2B5EF4-FFF2-40B4-BE49-F238E27FC236}">
                <a16:creationId xmlns:a16="http://schemas.microsoft.com/office/drawing/2014/main" id="{0B2ADA5F-1549-D1FA-3688-0CCB31E4F2CD}"/>
              </a:ext>
            </a:extLst>
          </p:cNvPr>
          <p:cNvSpPr txBox="1"/>
          <p:nvPr/>
        </p:nvSpPr>
        <p:spPr>
          <a:xfrm>
            <a:off x="3745356" y="883839"/>
            <a:ext cx="4451351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Group No. : PW-IV_ C14</a:t>
            </a:r>
            <a:endParaRPr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2D33303-232B-3451-6997-F7403B936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106659"/>
              </p:ext>
            </p:extLst>
          </p:nvPr>
        </p:nvGraphicFramePr>
        <p:xfrm>
          <a:off x="314324" y="2253343"/>
          <a:ext cx="11563351" cy="4009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202">
                  <a:extLst>
                    <a:ext uri="{9D8B030D-6E8A-4147-A177-3AD203B41FA5}">
                      <a16:colId xmlns:a16="http://schemas.microsoft.com/office/drawing/2014/main" val="4146516724"/>
                    </a:ext>
                  </a:extLst>
                </a:gridCol>
                <a:gridCol w="3433011">
                  <a:extLst>
                    <a:ext uri="{9D8B030D-6E8A-4147-A177-3AD203B41FA5}">
                      <a16:colId xmlns:a16="http://schemas.microsoft.com/office/drawing/2014/main" val="4283871498"/>
                    </a:ext>
                  </a:extLst>
                </a:gridCol>
                <a:gridCol w="2856798">
                  <a:extLst>
                    <a:ext uri="{9D8B030D-6E8A-4147-A177-3AD203B41FA5}">
                      <a16:colId xmlns:a16="http://schemas.microsoft.com/office/drawing/2014/main" val="784854008"/>
                    </a:ext>
                  </a:extLst>
                </a:gridCol>
                <a:gridCol w="2312670">
                  <a:extLst>
                    <a:ext uri="{9D8B030D-6E8A-4147-A177-3AD203B41FA5}">
                      <a16:colId xmlns:a16="http://schemas.microsoft.com/office/drawing/2014/main" val="1109032325"/>
                    </a:ext>
                  </a:extLst>
                </a:gridCol>
                <a:gridCol w="2312670">
                  <a:extLst>
                    <a:ext uri="{9D8B030D-6E8A-4147-A177-3AD203B41FA5}">
                      <a16:colId xmlns:a16="http://schemas.microsoft.com/office/drawing/2014/main" val="204101454"/>
                    </a:ext>
                  </a:extLst>
                </a:gridCol>
              </a:tblGrid>
              <a:tr h="621936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u="none" spc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u="none" spc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STUDENT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u="none" spc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ENROLLMENT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u="none" spc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ROLL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u="none" spc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EXAM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549388"/>
                  </a:ext>
                </a:extLst>
              </a:tr>
              <a:tr h="836605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u="none" spc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pc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DARJI KARAN RAJESHBHAI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24BCA24036</a:t>
                      </a:r>
                      <a:endParaRPr lang="en-US" sz="2000" b="0" i="0" u="none" spc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u="none" spc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u="none" spc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4194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517907"/>
                  </a:ext>
                </a:extLst>
              </a:tr>
              <a:tr h="808975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u="none" spc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pc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PATEL HARSH MAHENDRABHAI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24BCA24120</a:t>
                      </a:r>
                      <a:endParaRPr lang="en-US" sz="2000" b="0" i="0" u="none" spc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u="none" spc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u="none" spc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4156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546300"/>
                  </a:ext>
                </a:extLst>
              </a:tr>
              <a:tr h="854353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u="none" spc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pc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PATEL SHUBHAM DINESHKUMAR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24BCA24164</a:t>
                      </a:r>
                      <a:endParaRPr lang="en-US" sz="2000" b="0" i="0" u="none" spc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u="none" spc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u="none" spc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4161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593631"/>
                  </a:ext>
                </a:extLst>
              </a:tr>
              <a:tr h="808975"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u="none" spc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pc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RAVAL JAYESH SURESHBHAI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24BCA24195</a:t>
                      </a:r>
                      <a:endParaRPr lang="en-US" sz="2000" b="0" i="0" u="none" spc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u="none" spc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i="0" u="none" spc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4167.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7502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7578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D9CF3-3C38-C51F-7818-42C3C084D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PORJECT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06FEDB-DA7F-911D-6C28-5A3E8AD448F2}"/>
              </a:ext>
            </a:extLst>
          </p:cNvPr>
          <p:cNvSpPr txBox="1"/>
          <p:nvPr/>
        </p:nvSpPr>
        <p:spPr>
          <a:xfrm>
            <a:off x="3048762" y="2999537"/>
            <a:ext cx="6094476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lang="en-US" sz="4000" b="1" dirty="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</a:pPr>
            <a:r>
              <a:rPr lang="en-US" sz="4000" b="1" dirty="0">
                <a:highlight>
                  <a:schemeClr val="lt1"/>
                </a:highlight>
                <a:latin typeface="Times New Roman" pitchFamily="18" charset="0"/>
                <a:cs typeface="Times New Roman" pitchFamily="18" charset="0"/>
              </a:rPr>
              <a:t>Application Development</a:t>
            </a:r>
            <a:endParaRPr lang="en-US" sz="4000" dirty="0">
              <a:highlight>
                <a:schemeClr val="lt1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49669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E4294-980E-E232-03A1-B1778D8AE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TASK1</a:t>
            </a:r>
            <a:br>
              <a:rPr lang="en-US" sz="2800" dirty="0"/>
            </a:br>
            <a:r>
              <a:rPr lang="en-US" sz="2800" dirty="0"/>
              <a:t>CODE1.1</a:t>
            </a:r>
            <a:endParaRPr lang="en-IN" sz="2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78CA8D-7BFC-1EB9-5D8F-C5561F2160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930" y="1661098"/>
            <a:ext cx="6253446" cy="5041454"/>
          </a:xfrm>
        </p:spPr>
      </p:pic>
    </p:spTree>
    <p:extLst>
      <p:ext uri="{BB962C8B-B14F-4D97-AF65-F5344CB8AC3E}">
        <p14:creationId xmlns:p14="http://schemas.microsoft.com/office/powerpoint/2010/main" val="2162991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F7AF3A-97A3-B999-007B-4D46C4669C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508" y="722376"/>
            <a:ext cx="4118984" cy="5454587"/>
          </a:xfrm>
        </p:spPr>
      </p:pic>
    </p:spTree>
    <p:extLst>
      <p:ext uri="{BB962C8B-B14F-4D97-AF65-F5344CB8AC3E}">
        <p14:creationId xmlns:p14="http://schemas.microsoft.com/office/powerpoint/2010/main" val="2093078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66470-E2CD-0464-CFEC-38C2A640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1.2. Output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6D092-CD75-E70A-B2AA-3F5D0679D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013" y="1417320"/>
            <a:ext cx="7207974" cy="544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468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05F24-0775-3230-F8BF-3FE812937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9043"/>
          </a:xfrm>
        </p:spPr>
        <p:txBody>
          <a:bodyPr>
            <a:normAutofit fontScale="90000"/>
          </a:bodyPr>
          <a:lstStyle/>
          <a:p>
            <a:r>
              <a:rPr lang="en-US" dirty="0"/>
              <a:t>TASK2</a:t>
            </a:r>
            <a:br>
              <a:rPr lang="en-US" dirty="0"/>
            </a:br>
            <a:r>
              <a:rPr lang="en-US" dirty="0"/>
              <a:t>CODE2.1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CE6131-BAEF-939E-8025-8BD1F616F5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591" y="1344168"/>
            <a:ext cx="7356818" cy="536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54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E45F9-3A47-5603-3DDC-C8326C3F6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2.2. Output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478E8F-ABEC-1ED1-7C2C-1786122DAC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298" y="1690688"/>
            <a:ext cx="8307403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175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C4E39-B0D5-E637-326E-AEF90FE50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TASK3</a:t>
            </a:r>
            <a:br>
              <a:rPr lang="en-US" dirty="0"/>
            </a:br>
            <a:r>
              <a:rPr lang="en-US" dirty="0"/>
              <a:t>CODE3.1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90CAB0-0C16-FCC9-5E19-B3A9975C9E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0816" y="1690688"/>
            <a:ext cx="7910367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274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360F9-AA5B-3C88-C102-2A5A27B41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3.2. Output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202EAF-98A2-6942-25ED-570CB1E89B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709" y="1574627"/>
            <a:ext cx="7784581" cy="491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261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39F28-4E10-B425-31F2-99B254795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TASK4</a:t>
            </a:r>
            <a:br>
              <a:rPr lang="en-US" dirty="0"/>
            </a:br>
            <a:r>
              <a:rPr lang="en-US" dirty="0"/>
              <a:t>CODE4.1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4E7C5E-8A36-2A26-E6A7-18797647D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213" y="1811848"/>
            <a:ext cx="6341808" cy="504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040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D6A79-BB14-FE6A-7DDE-0BC862AA2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4.2. Output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579B34-0589-8C07-D90E-62CC153C81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5903" y="1853056"/>
            <a:ext cx="7320194" cy="4867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753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D6416-7B7F-15F6-18B9-E53FA116E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TASK5</a:t>
            </a:r>
            <a:br>
              <a:rPr lang="en-US" dirty="0"/>
            </a:br>
            <a:r>
              <a:rPr lang="en-US" dirty="0"/>
              <a:t>CODE5.1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DA50BE5-638F-4715-1FDE-D32B6DF052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0093" y="1825625"/>
            <a:ext cx="44518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658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5B79E-CB3B-792D-EB99-3034B254D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5.2. Output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330F2C-A484-8C6A-2DCB-39230A9A5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3326" y="1825625"/>
            <a:ext cx="388534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97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240</Words>
  <Application>Microsoft Office PowerPoint</Application>
  <PresentationFormat>Widescreen</PresentationFormat>
  <Paragraphs>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Kadi Sarva Vishwavidyalaya</vt:lpstr>
      <vt:lpstr>PowerPoint Presentation</vt:lpstr>
      <vt:lpstr>PowerPoint Presentation</vt:lpstr>
      <vt:lpstr>PORJECT TITLE</vt:lpstr>
      <vt:lpstr>TASK1 CODE1.1</vt:lpstr>
      <vt:lpstr>PowerPoint Presentation</vt:lpstr>
      <vt:lpstr> 1.2. Output </vt:lpstr>
      <vt:lpstr>TASK2 CODE2.1</vt:lpstr>
      <vt:lpstr> 2.2. Output </vt:lpstr>
      <vt:lpstr>TASK3 CODE3.1</vt:lpstr>
      <vt:lpstr> 3.2. Output </vt:lpstr>
      <vt:lpstr>TASK4 CODE4.1</vt:lpstr>
      <vt:lpstr> 4.2. Output </vt:lpstr>
      <vt:lpstr>TASK5 CODE5.1</vt:lpstr>
      <vt:lpstr> 5.2. Output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Kadi Sarva Vishwavidyalaya</dc:title>
  <dc:creator>patel shubham</dc:creator>
  <cp:lastModifiedBy>patel shubham</cp:lastModifiedBy>
  <cp:revision>25</cp:revision>
  <dcterms:created xsi:type="dcterms:W3CDTF">2025-07-20T08:47:12Z</dcterms:created>
  <dcterms:modified xsi:type="dcterms:W3CDTF">2026-03-01T08:01:19Z</dcterms:modified>
</cp:coreProperties>
</file>